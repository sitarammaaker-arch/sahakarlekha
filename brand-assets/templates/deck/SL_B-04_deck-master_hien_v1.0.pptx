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वसूली (₹ हज़ार में)</c:v>
                </c:pt>
              </c:strCache>
            </c:strRef>
          </c:tx>
          <c:spPr>
            <a:solidFill>
              <a:srgbClr val="153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अप्रैल</c:v>
                  </c:pt>
                  <c:pt idx="1">
                    <c:v>मई</c:v>
                  </c:pt>
                  <c:pt idx="2">
                    <c:v>जून</c:v>
                  </c:pt>
                  <c:pt idx="3">
                    <c:v>जुलाई</c:v>
                  </c:pt>
                  <c:pt idx="4">
                    <c:v>अगस्त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220</c:v>
                </c:pt>
                <c:pt idx="1">
                  <c:v>305</c:v>
                </c:pt>
                <c:pt idx="2">
                  <c:v>288</c:v>
                </c:pt>
                <c:pt idx="3">
                  <c:v>410</c:v>
                </c:pt>
                <c:pt idx="4">
                  <c:v>465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0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6F7E"/>
                </a:solidFill>
                <a:latin typeface="Hi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6F7E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LAYOUT: शीर्षक + उप-शीर्षक + अपना नाम बदलें। बाकी कुछ मत छेड़ें। Tagline और तिरंगा पट्टी हर title slide पर रहती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नंबर (01/02/03...) और शीर्षक बदलें। हर बड़े हिस्से से पहले एक divider।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LAYOUT: bullets बदलें। 5-6 bullets से ज़्यादा हों तो slide तोड़ें। रक़म/नंबर Inter font में।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TWO-COLUMN: dashed box हटाकर असली screenshot Insert करें (Insert → Pictures)। हमेशा demo-society data, असली नाम कभी नहीं।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LAYOUT: 3 बड़े नंबर — नंबर Inter Bold में, label Hind में। सिर्फ़ सच्चे आँकड़े (Brand Book truth rule)।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LAYOUT: header हमेशा navy + white। रक़म right-aligned, Inter font, Indian grouping (₹1,12,500)। बारी-बारी rows पर हल्का gray।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LAYOUT: series 1 navy, series 2 teal, highlight orange। Chart editable है (right-click → Edit Data)। शीर्षक में निष्कर्ष लिखें ("वसूली 2 गुना"), सिर्फ़ "chart" नहीं।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हर deck इसी slide पर खत्म — एक CTA, contact, तिरंगा पट्टी। QR जोड़ना हो तो दाईं ओर blob के ऊपर white panel में।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F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122D54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931920"/>
            <a:ext cx="2377440" cy="2377440"/>
          </a:xfrm>
          <a:prstGeom prst="ellipse">
            <a:avLst/>
          </a:prstGeom>
          <a:solidFill>
            <a:srgbClr val="122D54"/>
          </a:solidFill>
          <a:ln/>
        </p:spPr>
      </p:sp>
      <p:pic>
        <p:nvPicPr>
          <p:cNvPr id="4" name="Image 0" descr="D:\Website\sahakarlekha\brand-assets\logo\png\SL_B-02_logo-horizontal-clean-reversed_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87168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प्रस्तुति का शीर्षक यहाँ लिखें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8E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उप-शीर्षक — किसके लिए, कब, एक पंक्ति में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8525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सहकारी समितियों का अपना सॉफ्टवेयर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8E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प्रस्तुतकर्ता का नाम   ·   </a:t>
            </a:r>
            <a:pPr indent="0" marL="0">
              <a:buNone/>
            </a:pPr>
            <a:r>
              <a:rPr lang="en-US" sz="1200" dirty="0">
                <a:solidFill>
                  <a:srgbClr val="D1D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61204"/>
            <a:ext cx="9144000" cy="27432"/>
          </a:xfrm>
          <a:prstGeom prst="rect">
            <a:avLst/>
          </a:prstGeom>
          <a:solidFill>
            <a:srgbClr val="F48525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5088636"/>
            <a:ext cx="91440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1F93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108960"/>
            <a:ext cx="3108960" cy="3108960"/>
          </a:xfrm>
          <a:prstGeom prst="ellipse">
            <a:avLst/>
          </a:prstGeom>
          <a:solidFill>
            <a:srgbClr val="122D54"/>
          </a:solidFill>
          <a:ln/>
        </p:spPr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8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अनुभाग का शीर्षक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8E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एक पंक्ति में — इस अनुभाग में क्या मिलेगा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F7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सामान्य content slide — शीर्षक यहाँ</a:t>
            </a:r>
            <a:endParaRPr lang="en-US" sz="2200" dirty="0"/>
          </a:p>
        </p:txBody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29184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पहला मुख्य बिंदु — छोटा और साफ़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दूसरा बिंदु — ज़रूरी शब्द bold करें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तीसरा बिंदु — आँकड़े Inter में: ₹1,12,500</a:t>
            </a:r>
            <a:endParaRPr lang="en-US" sz="1600" dirty="0"/>
          </a:p>
          <a:p>
            <a:pPr lvl="1" marL="3556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उप-बिंदु का उदाहरण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चौथा बिंदु — एक slide पर 5-6 से ज़्यादा नहीं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F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F7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Feature दिखाएँ — text बाएँ, screenshot दाएँ</a:t>
            </a:r>
            <a:endParaRPr lang="en-US" sz="2200" dirty="0"/>
          </a:p>
        </p:txBody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29184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2801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Feature का फ़ायदा एक पंक्ति में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दूसरा फ़ायदा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तीसरा फ़ायदा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617720" y="11887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3F5F7"/>
          </a:solidFill>
          <a:ln w="12700">
            <a:solidFill>
              <a:srgbClr val="D1D8E0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617720" y="23317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76F7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यहाँ असली screenshot लगाएँ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76F7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(demo data · नाम masked)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F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F7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बड़े आँकड़े — 3 stat cards</a:t>
            </a:r>
            <a:endParaRPr lang="en-US" sz="2200" dirty="0"/>
          </a:p>
        </p:txBody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29184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630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01600" dist="25400" dir="2700000">
              <a:srgbClr val="122D54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3F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प्रकार की समितियाँ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4630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01600" dist="25400" dir="2700000">
              <a:srgbClr val="122D54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37560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9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52044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राज्य / UT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01600" dist="25400" dir="2700000">
              <a:srgbClr val="122D54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8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30936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लागत — बिल्कुल मुफ़्त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F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F7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Table का layout</a:t>
            </a:r>
            <a:endParaRPr lang="en-US" sz="2200" dirty="0"/>
          </a:p>
        </p:txBody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29184"/>
            <a:ext cx="384048" cy="38404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विवरण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अवधि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F7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राशि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F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सदस्यता शुल्क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2025-26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₹52,000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खाद बिक्री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2025-26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₹8,45,600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ऋण वसूली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Hind" pitchFamily="34" charset="0"/>
                          <a:ea typeface="Hind" pitchFamily="34" charset="-122"/>
                          <a:cs typeface="Hind" pitchFamily="34" charset="-120"/>
                        </a:rPr>
                        <a:t>2025-26</a:t>
                      </a:r>
                      <a:endParaRPr lang="en-US" sz="1300" dirty="0">
                        <a:latin typeface="Hind" charset="0"/>
                        <a:ea typeface="Hind" charset="0"/>
                        <a:cs typeface="Hi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₹3,12,500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F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F7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Chart का layout — takeaway शीर्षक में लिखें</a:t>
            </a:r>
            <a:endParaRPr lang="en-US" sz="2200" dirty="0"/>
          </a:p>
        </p:txBody>
      </p:sp>
      <p:pic>
        <p:nvPicPr>
          <p:cNvPr id="3" name="Image 0" descr="D:\Website\sahakarlekha\brand-assets\logo\png\SL_B-02_til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29184"/>
            <a:ext cx="384048" cy="384048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548640" y="123444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F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F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554480"/>
            <a:ext cx="4023360" cy="4023360"/>
          </a:xfrm>
          <a:prstGeom prst="ellipse">
            <a:avLst/>
          </a:prstGeom>
          <a:solidFill>
            <a:srgbClr val="122D54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560320" cy="2560320"/>
          </a:xfrm>
          <a:prstGeom prst="ellipse">
            <a:avLst/>
          </a:prstGeom>
          <a:solidFill>
            <a:srgbClr val="122D54"/>
          </a:solidFill>
          <a:ln/>
        </p:spPr>
      </p:sp>
      <p:pic>
        <p:nvPicPr>
          <p:cNvPr id="4" name="Image 0" descr="D:\Website\sahakarlekha\brand-assets\logo\png\SL_B-02_logo-horizontal-clean-reversed_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487168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आज ही अपनी समिति का हिसाब शुरू करें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8E0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बिल्कुल मुफ़्त — 5 मिनट में पहली entry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F4852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46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sahakarlekha.com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WhatsApp: +91 94679 18545      </a:t>
            </a:r>
            <a:pPr indent="0" marL="0">
              <a:buNone/>
            </a:pPr>
            <a:r>
              <a:rPr lang="en-US" sz="1300" dirty="0">
                <a:solidFill>
                  <a:srgbClr val="D1D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@sahakarlekha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5061204"/>
            <a:ext cx="9144000" cy="27432"/>
          </a:xfrm>
          <a:prstGeom prst="rect">
            <a:avLst/>
          </a:prstGeom>
          <a:solidFill>
            <a:srgbClr val="F48525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5088636"/>
            <a:ext cx="91440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1F93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सहकार लेखा — Deck Master (B-04)</dc:title>
  <dc:subject>PptxGenJS Presentation</dc:subject>
  <dc:creator>Sahakar Lekha</dc:creator>
  <cp:lastModifiedBy>Sahakar Lekha</cp:lastModifiedBy>
  <cp:revision>1</cp:revision>
  <dcterms:created xsi:type="dcterms:W3CDTF">2026-07-05T15:26:01Z</dcterms:created>
  <dcterms:modified xsi:type="dcterms:W3CDTF">2026-07-05T15:26:01Z</dcterms:modified>
</cp:coreProperties>
</file>